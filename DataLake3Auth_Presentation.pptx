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90E0E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90E0EF"/>
                </a:solidFill>
                <a:latin typeface="Arial"/>
              </a:rPr>
              <a:t>LFW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41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Requirement</c:v>
                  </c:pt>
                  <c:pt idx="1">
                    <c:v>3 Templates/person</c:v>
                  </c:pt>
                  <c:pt idx="2">
                    <c:v>5 Templates/person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95.49</c:v>
                </c:pt>
                <c:pt idx="2">
                  <c:v>97.28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3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D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274320"/>
            <a:ext cx="1371600" cy="1371600"/>
          </a:xfrm>
          <a:prstGeom prst="ellipse">
            <a:avLst/>
          </a:prstGeom>
          <a:solidFill>
            <a:srgbClr val="001A2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160520" y="502920"/>
            <a:ext cx="822960" cy="8229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DataLake3Auth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Offline Facial Recognition &amp; Liveness Detection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6576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16.14 MB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Footprint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6576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36576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personnel operate where cloud APIs fail outright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Zero-Network Zones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construction, utilities &amp; logistics sites have no usable connectivity. Cloud face-matching APIs fail outright.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Rampant Attendance Fraud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5603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facial recognition is defeated by buddy punching via high-res photos or screen replays.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Devices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25603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must run on mid-range Android 8+ / iOS 12+ hardware, 3 GB RAM, CPU-only — no GPU.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on-device ML inference — no network required at any stage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</a:t>
            </a:r>
            <a:pPr indent="0" marL="0">
              <a:buNone/>
            </a:pPr>
            <a:r>
              <a:rPr lang="en-US" sz="11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for Android + iOS. Native ONNX bridge exposes detect(), embed() and liveness() to JS thread.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CNN  </a:t>
            </a:r>
            <a:pPr indent="0" marL="0">
              <a:buNone/>
            </a:pPr>
            <a:r>
              <a:rPr lang="en-US" sz="11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 Embeddings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Depthwise-separable convolutions. 4.7 MB recognition network. Cosine similarity matching in microseconds.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Liveness  </a:t>
            </a:r>
            <a:pPr indent="0" marL="0">
              <a:buNone/>
            </a:pPr>
            <a:r>
              <a:rPr lang="en-US" sz="11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+ smile + head-movement fused across 6 temporal frames. Static photos and replays produce zero delta — blocked by design.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Sync &amp; Purge  </a:t>
            </a:r>
            <a:pPr indent="0" marL="0">
              <a:buNone/>
            </a:pPr>
            <a:r>
              <a:rPr lang="en-US" sz="11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Lifecycle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657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→ Lambda → DynamoDB. Idempotent offline queue. Records purged from device after confirmed sync.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 Processing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" y="10972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B4D8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08760" y="13441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828800"/>
            <a:ext cx="1280160" cy="2560320"/>
          </a:xfrm>
          <a:prstGeom prst="roundRect">
            <a:avLst>
              <a:gd name="adj" fmla="val 5714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920240"/>
            <a:ext cx="1097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3.2s in-app video. No gallery input.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10972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B4D8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097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13441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1828800"/>
            <a:ext cx="1280160" cy="2560320"/>
          </a:xfrm>
          <a:prstGeom prst="roundRect">
            <a:avLst>
              <a:gd name="adj" fmla="val 5714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83080" y="1920240"/>
            <a:ext cx="1097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ONNX: bounding box, landmarks, eye/smile, Euler angles.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B4D8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097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13441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1828800"/>
            <a:ext cx="1280160" cy="2560320"/>
          </a:xfrm>
          <a:prstGeom prst="roundRect">
            <a:avLst>
              <a:gd name="adj" fmla="val 5714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1920240"/>
            <a:ext cx="1097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128-d L2-normed vector in 16.84 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B4D8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097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97880" y="13441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828800"/>
            <a:ext cx="1280160" cy="2560320"/>
          </a:xfrm>
          <a:prstGeom prst="roundRect">
            <a:avLst>
              <a:gd name="adj" fmla="val 5714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920240"/>
            <a:ext cx="1097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vs 5 stored templates per worker.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0972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B4D8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097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60920" y="13441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828800"/>
            <a:ext cx="1280160" cy="2560320"/>
          </a:xfrm>
          <a:prstGeom prst="roundRect">
            <a:avLst>
              <a:gd name="adj" fmla="val 5714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1920240"/>
            <a:ext cx="1097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+ smile + head-move fusion — PASS required.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43800" y="10972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B4D8">
              <a:alpha val="9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543800" y="1097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3800" y="1828800"/>
            <a:ext cx="1280160" cy="2560320"/>
          </a:xfrm>
          <a:prstGeom prst="roundRect">
            <a:avLst>
              <a:gd name="adj" fmla="val 5714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1920240"/>
            <a:ext cx="1097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record + AWS sync queue.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058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852160" y="1051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Accuracy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852160" y="12984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97.28%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52160" y="162763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6,000-pair protocol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2057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3042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783 ms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852160" y="263347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on mid-range Android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30175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52160" y="3063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Footprint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3310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16.14 MB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852160" y="363931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under 20 MB budget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0" y="40233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52160" y="4069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Extraction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0" y="43159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16.84 ms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852160" y="46451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no GPU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Anti-Spoofing: Time as a Filter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photos and replay attacks produce zero temporal delta — blocked by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A0A0A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Attack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Screen Replay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2D photo matches cosine similarity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produces ZERO blink / head-motion signal.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temporal delta, liveness fails by design.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0A1A1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Subject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Reality — 3.2s Window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29200" y="2834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Blink — eye-open probability dips &amp; recovers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Head Move — Euler angle micro-deltas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Smile — probability change across frames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Offline-to-Cloud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offline → queue → sync to AWS → persist in DynamoDB → purge local copy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37160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4630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Capture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5146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3.2s video, discarded after embedding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2606040"/>
            <a:ext cx="21031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7672" y="137160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73452" y="14630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2473452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39112" y="2011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Offline DB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39112" y="25146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attendance record queued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56432" y="2606040"/>
            <a:ext cx="21031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66744" y="137160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92524" y="14630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192524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58184" y="2011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Queue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58184" y="25146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client-generated IDs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75504" y="2606040"/>
            <a:ext cx="21031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85816" y="137160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11596" y="14630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5911596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77256" y="2011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Backend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77256" y="25146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→ Lambda → DynamoDB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94576" y="2606040"/>
            <a:ext cx="21031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04888" y="137160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111D2B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30668" y="14630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7630668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96328" y="2011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Purge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96328" y="251460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records permanently deleted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1148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001A10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AWS Validated  ·  CloudWatch log: INFO Sync table: attendance_logs — result=verification_success  ·  DynamoDB: DataLake3AuthSyncRecords persisted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DataLake3Auth — Secure Offline Field Authentication</dc:title>
  <dc:subject>PptxGenJS Presentation</dc:subject>
  <dc:creator>PptxGenJS</dc:creator>
  <cp:lastModifiedBy>PptxGenJS</cp:lastModifiedBy>
  <cp:revision>1</cp:revision>
  <dcterms:created xsi:type="dcterms:W3CDTF">2026-06-14T01:18:06Z</dcterms:created>
  <dcterms:modified xsi:type="dcterms:W3CDTF">2026-06-14T01:18:06Z</dcterms:modified>
</cp:coreProperties>
</file>